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7" r:id="rId9"/>
    <p:sldId id="262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2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0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828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5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3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41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18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5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89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97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9598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47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8310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05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564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269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22F2CF-0C73-4DC9-BF76-735AB4D3E5B7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65544D4-9C2D-4FBA-B0F0-3101E5261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2643-0880-44EC-421B-CCD7DBFDBB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1149" y="1105220"/>
            <a:ext cx="8915399" cy="1108592"/>
          </a:xfrm>
        </p:spPr>
        <p:txBody>
          <a:bodyPr>
            <a:normAutofit/>
          </a:bodyPr>
          <a:lstStyle/>
          <a:p>
            <a:r>
              <a:rPr lang="en-US" sz="4400" dirty="0"/>
              <a:t>Inventory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F7479-AAF3-6019-C0C0-FA30C44F8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0702" y="3512798"/>
            <a:ext cx="4056023" cy="2262781"/>
          </a:xfrm>
        </p:spPr>
        <p:txBody>
          <a:bodyPr>
            <a:normAutofit/>
          </a:bodyPr>
          <a:lstStyle/>
          <a:p>
            <a:r>
              <a:rPr lang="en-US" sz="2400" b="1" dirty="0"/>
              <a:t>DONE BY</a:t>
            </a:r>
          </a:p>
          <a:p>
            <a:r>
              <a:rPr lang="en-US" sz="2400" b="1" dirty="0"/>
              <a:t>HEMALAKSHMI  D</a:t>
            </a:r>
          </a:p>
          <a:p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7801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6ECE-4627-298E-D882-0B9F865E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2EC3-FA60-2D11-2C8C-1BA3D60D1D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4440" y="1086115"/>
            <a:ext cx="8915399" cy="759254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Abstract: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2B56B-EF8A-8997-7A41-0B8B1797F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4440" y="2077717"/>
            <a:ext cx="8915399" cy="2786592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This project is a console-based Inventory Management System built on Java (OOP) and MySQL for secure stock management. The system enforces a Dual-Access Security Model: requiring Admin Login for full CRUD operations, while providing Read-Only access for guests. This architecture ensures stability and accurate inventory tracking.</a:t>
            </a:r>
          </a:p>
        </p:txBody>
      </p:sp>
    </p:spTree>
    <p:extLst>
      <p:ext uri="{BB962C8B-B14F-4D97-AF65-F5344CB8AC3E}">
        <p14:creationId xmlns:p14="http://schemas.microsoft.com/office/powerpoint/2010/main" val="3532947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B6DD-02B4-6280-E546-26E3B7BFB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14E7-D75B-961B-CB93-D9EE69273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4737" y="802118"/>
            <a:ext cx="8915399" cy="577767"/>
          </a:xfrm>
        </p:spPr>
        <p:txBody>
          <a:bodyPr>
            <a:noAutofit/>
          </a:bodyPr>
          <a:lstStyle/>
          <a:p>
            <a:r>
              <a:rPr lang="en-US" sz="4000" dirty="0"/>
              <a:t>Technology Stack: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17A6CD-B617-5A33-7591-F40B59043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4737" y="1694678"/>
            <a:ext cx="9699875" cy="4195178"/>
          </a:xfrm>
        </p:spPr>
        <p:txBody>
          <a:bodyPr>
            <a:noAutofit/>
          </a:bodyPr>
          <a:lstStyle/>
          <a:p>
            <a:pPr algn="just">
              <a:lnSpc>
                <a:spcPct val="110000"/>
              </a:lnSpc>
            </a:pPr>
            <a:r>
              <a:rPr lang="en-US" sz="2000" dirty="0"/>
              <a:t>The system is built on industry-standard technologies: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Java: Used for application logic and implementing OOP principles.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MySQL: Provides persistent, relational data storage.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Apache Maven: Manages dependencies (JUnit 5, Logback) and handles the project build process.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JDBC: Serves as the secure API layer connecting our Java code to the MySQL database.</a:t>
            </a:r>
          </a:p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JUnit 5: The core framework for verifying all data access logic DAO through rigorous Integration Testing.</a:t>
            </a:r>
          </a:p>
        </p:txBody>
      </p:sp>
    </p:spTree>
    <p:extLst>
      <p:ext uri="{BB962C8B-B14F-4D97-AF65-F5344CB8AC3E}">
        <p14:creationId xmlns:p14="http://schemas.microsoft.com/office/powerpoint/2010/main" val="64458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0B239-B5AC-1DFF-0065-ED9EA5EB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1787-D80F-F06B-BDD8-EE47C20E4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3885" y="1037898"/>
            <a:ext cx="8915399" cy="757989"/>
          </a:xfrm>
        </p:spPr>
        <p:txBody>
          <a:bodyPr>
            <a:normAutofit/>
          </a:bodyPr>
          <a:lstStyle/>
          <a:p>
            <a:r>
              <a:rPr lang="en-US" sz="4000" dirty="0"/>
              <a:t>Architecture and Design Principles: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F64D5-18E5-3EF5-0EE3-BE1CA4CFE1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3886" y="1986519"/>
            <a:ext cx="8915399" cy="3454588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architecture uses a clear Layered Structure (DAO Model) to maintain separation of concerns.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Singleton Pattern: Implemented in the DBConnection.java class to ensure that only one instance of the connection provider exists, optimizing database resource usage.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OOP: Principles like Encapsulation are enforced in the Product.java model.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Data Modeling: The database design follows a One-to-Many (1:N) relationship, linking One User to Many Products.</a:t>
            </a:r>
          </a:p>
        </p:txBody>
      </p:sp>
    </p:spTree>
    <p:extLst>
      <p:ext uri="{BB962C8B-B14F-4D97-AF65-F5344CB8AC3E}">
        <p14:creationId xmlns:p14="http://schemas.microsoft.com/office/powerpoint/2010/main" val="3838351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F96EC-DE00-6001-9ED7-5AA54FFF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8E37-D91D-C2DA-6C7B-808FD272B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382" y="894453"/>
            <a:ext cx="8915399" cy="1126283"/>
          </a:xfrm>
        </p:spPr>
        <p:txBody>
          <a:bodyPr>
            <a:noAutofit/>
          </a:bodyPr>
          <a:lstStyle/>
          <a:p>
            <a:r>
              <a:rPr lang="en-US" sz="4000" dirty="0"/>
              <a:t>Implementation: Security &amp; Access Control: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468BC-A62E-4D81-E48B-2E97EEAC7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1382" y="2396922"/>
            <a:ext cx="8915399" cy="3566625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The system implements a strong security gate by separating user roles: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Admin Access: Secured by a mandatory login screen where the UserDAO verifies credentials. Only authenticated Admins gain access to the Full CRUD menu.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Customer/Guest Access: Provides a publicly available Read-Only view of the inventory, bypassing the password check to enhance user experience.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Protection: SQL queries across all DAO methods use Parameterized Statements to prevent SQL injection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1454871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2073E-3385-FFDB-79D9-1C6633041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7998B-8D04-178C-5507-714125BA9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3369" y="775572"/>
            <a:ext cx="8915399" cy="655720"/>
          </a:xfrm>
        </p:spPr>
        <p:txBody>
          <a:bodyPr>
            <a:noAutofit/>
          </a:bodyPr>
          <a:lstStyle/>
          <a:p>
            <a:r>
              <a:rPr lang="en-US" sz="4000" dirty="0"/>
              <a:t>Implementation: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103D1-3585-3467-03FA-7943F8623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3369" y="1671135"/>
            <a:ext cx="9839826" cy="4219999"/>
          </a:xfrm>
        </p:spPr>
        <p:txBody>
          <a:bodyPr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ID Synchronization: Utilized JDBC’s Statement.RETURN_GENERATED_KEYS feature to safely retrieve the unique ID generated by MySQL, ensuring the Java object always has the correct key.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Resource Management: The try-with-resources statement is used throughout the DAO to guarantee that JDBC connections are closed automatically, preventing leaks.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Testing: The ProductDAOTest suite proves that the entire CRUD lifecycle is reliable and that the Java application and MySQL database synchronize data accurately.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000" dirty="0"/>
              <a:t>Error Handling: Logging (using SLF4J) and specific catch blocks handle failures gracefully, ensuring system stability.</a:t>
            </a:r>
          </a:p>
        </p:txBody>
      </p:sp>
    </p:spTree>
    <p:extLst>
      <p:ext uri="{BB962C8B-B14F-4D97-AF65-F5344CB8AC3E}">
        <p14:creationId xmlns:p14="http://schemas.microsoft.com/office/powerpoint/2010/main" val="2379105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6ACD-EE99-BCDB-161A-525CA843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348D-1C39-3680-B604-CEF790D432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864954"/>
            <a:ext cx="8915399" cy="902368"/>
          </a:xfrm>
        </p:spPr>
        <p:txBody>
          <a:bodyPr>
            <a:normAutofit/>
          </a:bodyPr>
          <a:lstStyle/>
          <a:p>
            <a:r>
              <a:rPr lang="en-US" sz="4000" dirty="0"/>
              <a:t>ER Diagram: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C457E8-AE59-A468-A558-C4BE860B3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2121109"/>
            <a:ext cx="9229762" cy="296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9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EAD2E-F642-7A78-FEA5-213BACCB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806B-8114-563F-1C6B-AFDD39C3E7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324854"/>
            <a:ext cx="8915399" cy="902368"/>
          </a:xfrm>
        </p:spPr>
        <p:txBody>
          <a:bodyPr>
            <a:normAutofit/>
          </a:bodyPr>
          <a:lstStyle/>
          <a:p>
            <a:r>
              <a:rPr lang="en-US" sz="4000" dirty="0"/>
              <a:t>Outputs: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D7FEF-39AC-AB5B-C583-B54BF0244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638" y="2065977"/>
            <a:ext cx="4207864" cy="878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375C75-F7F1-4FB0-A3FE-F28F5CE0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3446092"/>
            <a:ext cx="4571999" cy="959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7F388F-498D-2ECD-09FC-04C551765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021" y="1540875"/>
            <a:ext cx="2648320" cy="4770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79D564-88F7-9476-0471-44219EFA478F}"/>
              </a:ext>
            </a:extLst>
          </p:cNvPr>
          <p:cNvSpPr txBox="1"/>
          <p:nvPr/>
        </p:nvSpPr>
        <p:spPr>
          <a:xfrm>
            <a:off x="1638300" y="1540875"/>
            <a:ext cx="4700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DD0475-8BE4-1812-A669-92A55B62518C}"/>
              </a:ext>
            </a:extLst>
          </p:cNvPr>
          <p:cNvSpPr txBox="1"/>
          <p:nvPr/>
        </p:nvSpPr>
        <p:spPr>
          <a:xfrm>
            <a:off x="7545021" y="857890"/>
            <a:ext cx="2466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PROJECT STRUCTURE</a:t>
            </a:r>
          </a:p>
        </p:txBody>
      </p:sp>
    </p:spTree>
    <p:extLst>
      <p:ext uri="{BB962C8B-B14F-4D97-AF65-F5344CB8AC3E}">
        <p14:creationId xmlns:p14="http://schemas.microsoft.com/office/powerpoint/2010/main" val="4241732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9D143-750A-F0E4-D5A7-506712B9B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D711E-7C71-22B6-D32F-85BFAC283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324854"/>
            <a:ext cx="8915399" cy="902368"/>
          </a:xfrm>
        </p:spPr>
        <p:txBody>
          <a:bodyPr>
            <a:normAutofit/>
          </a:bodyPr>
          <a:lstStyle/>
          <a:p>
            <a:r>
              <a:rPr lang="en-US" sz="4000" dirty="0"/>
              <a:t>Outputs: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8E2E4-E7AC-7064-0E33-12C38EEA9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49" y="1345852"/>
            <a:ext cx="10202699" cy="2124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71B5A5-6DD8-094E-E3B9-A820DB3A71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48" y="3588853"/>
            <a:ext cx="10202699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0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7B9F2-6B1A-E2EE-0908-2B1A9A01A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36DE-1116-534D-81E1-29AAF42D2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324854"/>
            <a:ext cx="8915399" cy="902368"/>
          </a:xfrm>
        </p:spPr>
        <p:txBody>
          <a:bodyPr>
            <a:normAutofit/>
          </a:bodyPr>
          <a:lstStyle/>
          <a:p>
            <a:r>
              <a:rPr lang="en-US" sz="4000" dirty="0"/>
              <a:t>Outputs: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6B69EA-B8E9-7D2F-D45D-D0F6D1BF8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488" y="1227222"/>
            <a:ext cx="8548470" cy="26852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96F2C4-1104-A7CD-B3BB-D710BE610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488" y="4039626"/>
            <a:ext cx="8548470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15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F259D-B5A9-E5C0-A922-314BE79F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ABCE-4CD8-BC58-FC27-50E7589F99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324854"/>
            <a:ext cx="8915399" cy="902368"/>
          </a:xfrm>
        </p:spPr>
        <p:txBody>
          <a:bodyPr>
            <a:normAutofit/>
          </a:bodyPr>
          <a:lstStyle/>
          <a:p>
            <a:r>
              <a:rPr lang="en-US" sz="4000" dirty="0"/>
              <a:t>Outputs: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F1187-7F4D-4336-67DC-B5B8FD4CE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1097665"/>
            <a:ext cx="8194468" cy="23313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582111-72A0-B837-0B5E-B3C20FEAC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300" y="3573465"/>
            <a:ext cx="6291497" cy="269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899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5F3D8-3E95-7AAB-AC8B-45F4E8BEA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CC36-4CD9-AE1E-8A54-0076DF00F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324854"/>
            <a:ext cx="8915399" cy="902368"/>
          </a:xfrm>
        </p:spPr>
        <p:txBody>
          <a:bodyPr>
            <a:normAutofit/>
          </a:bodyPr>
          <a:lstStyle/>
          <a:p>
            <a:r>
              <a:rPr lang="en-US" sz="4000" dirty="0"/>
              <a:t>Outputs: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17726C-54AB-677A-5BF2-2A7ABA508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323" y="1227222"/>
            <a:ext cx="4268421" cy="34197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11CCEA-0C0B-F5D2-56AD-443A754C4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227222"/>
            <a:ext cx="5206746" cy="233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51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FA77-0A3A-7AA7-EC79-1A5F54BD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A7A762C-68E6-68C2-7CCD-9B7673BD1D78}"/>
              </a:ext>
            </a:extLst>
          </p:cNvPr>
          <p:cNvSpPr txBox="1">
            <a:spLocks/>
          </p:cNvSpPr>
          <p:nvPr/>
        </p:nvSpPr>
        <p:spPr>
          <a:xfrm>
            <a:off x="2000562" y="1560850"/>
            <a:ext cx="5556979" cy="5602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dirty="0"/>
              <a:t>Future Enhancements: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DC95988-2561-A29E-8C22-1B87802EAF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0562" y="2441546"/>
            <a:ext cx="8915399" cy="2855604"/>
          </a:xfrm>
        </p:spPr>
        <p:txBody>
          <a:bodyPr>
            <a:norm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/>
              <a:t>Implement role-based access control(Warehouse Staff and Auditor)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/>
              <a:t>Stock location and tracking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/>
              <a:t>Inventory history/audit trail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600" dirty="0"/>
              <a:t>Inventory search</a:t>
            </a:r>
          </a:p>
        </p:txBody>
      </p:sp>
    </p:spTree>
    <p:extLst>
      <p:ext uri="{BB962C8B-B14F-4D97-AF65-F5344CB8AC3E}">
        <p14:creationId xmlns:p14="http://schemas.microsoft.com/office/powerpoint/2010/main" val="3881756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6D9AC-DCD1-7A6D-6BF5-1E75CA2DA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B83A4-42C8-E741-6289-2A39CD2D09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2707599"/>
            <a:ext cx="8915399" cy="1442802"/>
          </a:xfrm>
        </p:spPr>
        <p:txBody>
          <a:bodyPr>
            <a:noAutofit/>
          </a:bodyPr>
          <a:lstStyle/>
          <a:p>
            <a:pPr algn="ctr"/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038504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1531</TotalTime>
  <Words>464</Words>
  <Application>Microsoft Office PowerPoint</Application>
  <PresentationFormat>Widescreen</PresentationFormat>
  <Paragraphs>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Inventory Management System</vt:lpstr>
      <vt:lpstr>Abstract:</vt:lpstr>
      <vt:lpstr>Technology Stack:</vt:lpstr>
      <vt:lpstr>Architecture and Design Principles:</vt:lpstr>
      <vt:lpstr>Implementation: Security &amp; Access Control:</vt:lpstr>
      <vt:lpstr>Implementation:</vt:lpstr>
      <vt:lpstr>ER Diagram:</vt:lpstr>
      <vt:lpstr>Outputs:</vt:lpstr>
      <vt:lpstr>Outputs:</vt:lpstr>
      <vt:lpstr>Outputs:</vt:lpstr>
      <vt:lpstr>Outputs:</vt:lpstr>
      <vt:lpstr>Outputs: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Hemalakshmi D</dc:creator>
  <cp:lastModifiedBy>Hemalakshmi D</cp:lastModifiedBy>
  <cp:revision>2</cp:revision>
  <dcterms:created xsi:type="dcterms:W3CDTF">2025-11-02T15:17:06Z</dcterms:created>
  <dcterms:modified xsi:type="dcterms:W3CDTF">2025-11-04T03:29:19Z</dcterms:modified>
</cp:coreProperties>
</file>